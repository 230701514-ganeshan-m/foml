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4630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Hassle-Free Express Checkout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Retail Automation using Computer Vision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0" y="3200400"/>
            <a:ext cx="2743200" cy="36576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383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Ganeshan 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Aslam 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230701514  |  230701522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AI23331 – Fundamentals of Machine Learning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6455" y="822960"/>
            <a:ext cx="4311089" cy="4114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265176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77724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258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128-dim embeddings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ID assignment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46120" y="777240"/>
            <a:ext cx="265176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77724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941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Detection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3258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product boxes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 = 94.2%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777240"/>
            <a:ext cx="265176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777240"/>
            <a:ext cx="64008" cy="14173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94183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32588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21-point hand skeleton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confirmation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265176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423160"/>
            <a:ext cx="64008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877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final_pro7.py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29718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detection logic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Pickup/return tracking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46120" y="2423160"/>
            <a:ext cx="265176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46120" y="2423160"/>
            <a:ext cx="64008" cy="141732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25877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database.py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29718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WAL mode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+ transactions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26480" y="2423160"/>
            <a:ext cx="2651760" cy="1417320"/>
          </a:xfrm>
          <a:prstGeom prst="rect">
            <a:avLst>
              <a:gd name="adj" fmla="val 5161"/>
            </a:avLst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26480" y="2423160"/>
            <a:ext cx="64008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25877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pyqt_app.py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2971800"/>
            <a:ext cx="24688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 desktop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+ analytics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Results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920240" cy="640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43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97.4%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11480" y="1993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ID Accuracy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dlib ResNet embeddings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14600" y="822960"/>
            <a:ext cx="192024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4600" y="82296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1143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2560320" y="1993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 mAP@0.5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192024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822960"/>
            <a:ext cx="1920240" cy="64008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1143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98.1%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4709160" y="1993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Logging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accuracy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12280" y="822960"/>
            <a:ext cx="1920240" cy="2194560"/>
          </a:xfrm>
          <a:prstGeom prst="rect">
            <a:avLst/>
          </a:prstGeom>
          <a:solidFill>
            <a:srgbClr val="1E293B"/>
          </a:solidFill>
          <a:ln w="19050">
            <a:solidFill>
              <a:srgbClr val="B4530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822960"/>
            <a:ext cx="1920240" cy="6400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14300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~15ms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858000" y="199339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~80ms on CPU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246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508760" y="3218688"/>
            <a:ext cx="662940" cy="34747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08760" y="3218688"/>
            <a:ext cx="6629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PyQt5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1428" y="3218688"/>
            <a:ext cx="749808" cy="347472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1428" y="321868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140964" y="3218688"/>
            <a:ext cx="576072" cy="347472"/>
          </a:xfrm>
          <a:prstGeom prst="rect">
            <a:avLst/>
          </a:prstGeom>
          <a:solidFill>
            <a:srgbClr val="1D4ED8">
              <a:alpha val="2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140964" y="3218688"/>
            <a:ext cx="5760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826764" y="3218688"/>
            <a:ext cx="1010412" cy="347472"/>
          </a:xfrm>
          <a:prstGeom prst="rect">
            <a:avLst/>
          </a:prstGeom>
          <a:solidFill>
            <a:srgbClr val="B45309">
              <a:alpha val="2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26764" y="3218688"/>
            <a:ext cx="10104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MediaPipe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946904" y="3218688"/>
            <a:ext cx="836676" cy="347472"/>
          </a:xfrm>
          <a:prstGeom prst="rect">
            <a:avLst/>
          </a:prstGeom>
          <a:solidFill>
            <a:srgbClr val="DC2626">
              <a:alpha val="25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46904" y="3218688"/>
            <a:ext cx="836676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893308" y="3218688"/>
            <a:ext cx="749808" cy="347472"/>
          </a:xfrm>
          <a:prstGeom prst="rect">
            <a:avLst/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3308" y="3218688"/>
            <a:ext cx="7498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752844" y="3218688"/>
            <a:ext cx="1618488" cy="347472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752844" y="3218688"/>
            <a:ext cx="1618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face-recognition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Hassle-Free Express Checkout System</dc:title>
  <dc:subject>PptxGenJS Presentation</dc:subject>
  <dc:creator>PptxGenJS</dc:creator>
  <cp:lastModifiedBy>PptxGenJS</cp:lastModifiedBy>
  <cp:revision>1</cp:revision>
  <dcterms:created xsi:type="dcterms:W3CDTF">2026-05-15T08:59:40Z</dcterms:created>
  <dcterms:modified xsi:type="dcterms:W3CDTF">2026-05-15T08:59:40Z</dcterms:modified>
</cp:coreProperties>
</file>